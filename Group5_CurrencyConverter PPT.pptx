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9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37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309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77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1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5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7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1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33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6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55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213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3456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17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37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73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6FC63-856E-4AEE-BED6-A057E391D0F1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CCFE16F-FE12-4F88-BC0A-32B4AD496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35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F97E-AF01-6494-EF56-068281BE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98070"/>
            <a:ext cx="8596668" cy="1032329"/>
          </a:xfrm>
        </p:spPr>
        <p:txBody>
          <a:bodyPr>
            <a:normAutofit/>
          </a:bodyPr>
          <a:lstStyle/>
          <a:p>
            <a:r>
              <a:rPr lang="en-IN" sz="4800" dirty="0"/>
              <a:t>		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PROJECT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C3F5A-B651-5F3F-52D4-E60E887A8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13" y="2079157"/>
            <a:ext cx="8596668" cy="3880773"/>
          </a:xfrm>
        </p:spPr>
        <p:txBody>
          <a:bodyPr/>
          <a:lstStyle/>
          <a:p>
            <a:pPr marL="0" indent="0" algn="ctr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CS2053 |	OOPS</a:t>
            </a:r>
          </a:p>
          <a:p>
            <a:pPr marL="0" indent="0" algn="ctr">
              <a:buNone/>
              <a:defRPr sz="18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III |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TITLE : Multi-Currency Converter.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Team Leader  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 Sonika. 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Prathibha B 	- 1RUA24SCS0081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Shreeraksha S Jadhav - 1RUA24SCS0106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Shubhakar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- 1RUA24SCS0107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Sonika C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- 1RUA24SCS0111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8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67B8-68B1-63B9-7D78-3CF800AD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Multi-Currency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A8B70-4DA9-F541-0EE0-04D55FB64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currency converter application built in Java.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monetary values across multiple international currencies.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10 major world currencies.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for batch conversions.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core Java programming concepts.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1544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FA2B-3A22-616B-82E8-1FFEF899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26621"/>
            <a:ext cx="8596668" cy="1232808"/>
          </a:xfrm>
        </p:spPr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3658-E523-EBC3-D7A1-B0EDAAB04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9429"/>
            <a:ext cx="8596668" cy="408193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Multi-Currency Support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major global currencies (USD, EUR, GBP, INR, JPY, AUD, CAD, CHF, CNY, AED).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Conversion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 single amount to multiple target currencies in one session.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Output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 results displayed with 2 decimal places for precision.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unsupported currencies gracefully with error messages.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Clear prompts and organized result display.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4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D214-8F2F-F9D5-36BD-78CB4B7F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06236"/>
            <a:ext cx="8596668" cy="1254352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B8F75-449A-1003-3FC5-62FDE5753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Welcome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application title and available currencies.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Displays all supported currencies with full names.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enters source currency code (e.g., USD).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 checks if currency is supported.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enters the amount to convert.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specifies how many currencies to convert to.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 enters each target currency code.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System validates each target currency.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formatted conversion results for all valid currencies.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15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E028-18EA-C4DB-BF61-169A1EE7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6D44F-8F39-2635-885D-3C400CC78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Simple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Initially designed for USD to EUR conversion only (1 currency pair).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Expanded Globally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Added 9 more major currencies (GBP, INR, JPY, AUD, CAD, CHF, CNY, AED) to cover worldwide markets.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HashMap data structure instead of hardcoded values, making expansion easy and scalable.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Now handles 90 possible conversion combinations (10×9) with just 10 stored exchange rates.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easily add more currencies by simply adding one line to the HashMap without changing any logic.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972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4D54-2EE6-C5BE-2B1F-99AF1BC6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343950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9DDB-B45D-00BD-A633-5243B73F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26771"/>
            <a:ext cx="8596668" cy="411459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 Dollar) - Base currency with rate 1.0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(Euro) - Rate 0.85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(British Pound) - Rate 0.73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(Indian Rupee) - Rate 83.12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(Japanese Yen) - Rate 110.0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(Australian Dollar) - Rate 1.35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(Canadian Dollar) - Rate 1.25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(Swiss Franc) - Rate 0.92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(Chinese Yuan) - Rate 6.45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(UAE Dirham) - Rate 3.67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34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A5864-AC96-2250-A7BC-C513516E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7780"/>
            <a:ext cx="8596668" cy="979714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024F-7C16-7EAA-B1BB-B275F913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47" y="1379764"/>
            <a:ext cx="8596668" cy="5192486"/>
          </a:xfrm>
        </p:spPr>
        <p:txBody>
          <a:bodyPr>
            <a:normAutofit fontScale="70000" lnSpcReduction="20000"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Travelers: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Budget planning for multi-country trips.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Expense estimation across different destinations.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Quick comparison of costs in different currencies.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Preliminary calculations for international trade.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Quick price conversions for global e-commerce.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Budget estimates for international projects.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Learning foreign exchange concepts.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Programming practice with data structures.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Understanding conversion algorithms.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Finance: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Tracking international investments.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Managing foreign currency accounts.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Comparing prices across countries.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759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CC3F-8F2C-745E-4F2F-5AEBBEB06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9794-8477-71F2-3B45-9D578D84A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implements core currency conversion functionality.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clean code architecture and design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practical utility for real-world currency conversion needs.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Showcases fundamental Java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1216795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632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Facet</vt:lpstr>
      <vt:lpstr>  JAVA PROJECT REPORT</vt:lpstr>
      <vt:lpstr>Multi-Currency Converter</vt:lpstr>
      <vt:lpstr>Key Features</vt:lpstr>
      <vt:lpstr>User Interaction Process</vt:lpstr>
      <vt:lpstr>Code Expansion</vt:lpstr>
      <vt:lpstr>Currencies</vt:lpstr>
      <vt:lpstr>Use Cases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Shreeraksha Jadhav</dc:creator>
  <cp:lastModifiedBy>Sonika C</cp:lastModifiedBy>
  <cp:revision>2</cp:revision>
  <dcterms:created xsi:type="dcterms:W3CDTF">2025-11-08T10:38:53Z</dcterms:created>
  <dcterms:modified xsi:type="dcterms:W3CDTF">2025-11-12T17:26:48Z</dcterms:modified>
</cp:coreProperties>
</file>